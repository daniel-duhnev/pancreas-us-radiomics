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62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Dv23Ob6DtTlmZbDcBBY0YCkh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760" y="7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09564353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009564353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09564353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009564353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2631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09564353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009564353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09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009564353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3009564353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670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50948" y="3677775"/>
            <a:ext cx="85671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36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s-ES" sz="3600" b="1" i="0" u="none" strike="noStrike" cap="none" dirty="0" err="1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Your</a:t>
            </a:r>
            <a:r>
              <a:rPr lang="es-ES" sz="36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sz="3600" b="1" i="0" u="none" strike="noStrike" cap="none" dirty="0" err="1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title</a:t>
            </a:r>
            <a:r>
              <a:rPr lang="es-ES" sz="36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]</a:t>
            </a:r>
            <a:endParaRPr sz="3600" b="1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b="1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s-E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Your</a:t>
            </a:r>
            <a:r>
              <a:rPr lang="es-ES" sz="1600" b="1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sz="1600" b="1" dirty="0" err="1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name</a:t>
            </a:r>
            <a:r>
              <a:rPr lang="es-ES" sz="1600" b="1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]   </a:t>
            </a:r>
            <a:endParaRPr sz="1600" b="1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[Study year </a:t>
            </a:r>
            <a:r>
              <a:rPr lang="en-GB" sz="1600" b="1" dirty="0">
                <a:solidFill>
                  <a:schemeClr val="dk1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1 | 2</a:t>
            </a:r>
            <a:r>
              <a:rPr lang="en-GB" sz="1600" b="1" dirty="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]</a:t>
            </a:r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8872"/>
            <a:ext cx="5778321" cy="154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Akademija FRI">
            <a:extLst>
              <a:ext uri="{FF2B5EF4-FFF2-40B4-BE49-F238E27FC236}">
                <a16:creationId xmlns:a16="http://schemas.microsoft.com/office/drawing/2014/main" id="{6EC35243-4042-4BC1-91E4-0C1EC239B1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78" b="25865"/>
          <a:stretch/>
        </p:blipFill>
        <p:spPr bwMode="auto">
          <a:xfrm>
            <a:off x="5778321" y="158872"/>
            <a:ext cx="6413679" cy="154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84;p1">
            <a:extLst>
              <a:ext uri="{FF2B5EF4-FFF2-40B4-BE49-F238E27FC236}">
                <a16:creationId xmlns:a16="http://schemas.microsoft.com/office/drawing/2014/main" id="{F6E232B7-6740-4A07-B2ED-71752B77029C}"/>
              </a:ext>
            </a:extLst>
          </p:cNvPr>
          <p:cNvSpPr/>
          <p:nvPr/>
        </p:nvSpPr>
        <p:spPr>
          <a:xfrm>
            <a:off x="1392994" y="2031426"/>
            <a:ext cx="8567100" cy="22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1800"/>
            </a:pPr>
            <a:r>
              <a:rPr lang="en-GB" sz="2800" b="1" dirty="0">
                <a:latin typeface="Verdana" panose="020B0604030504040204" pitchFamily="34" charset="0"/>
                <a:ea typeface="Verdana" panose="020B0604030504040204" pitchFamily="34" charset="0"/>
                <a:sym typeface="Verdana"/>
              </a:rPr>
              <a:t>EMAI spring event (15 – 17 April 2026)</a:t>
            </a:r>
            <a:br>
              <a:rPr lang="en-GB" sz="2800" b="1" dirty="0">
                <a:latin typeface="Verdana" panose="020B0604030504040204" pitchFamily="34" charset="0"/>
                <a:ea typeface="Verdana" panose="020B0604030504040204" pitchFamily="34" charset="0"/>
                <a:sym typeface="Verdana"/>
              </a:rPr>
            </a:br>
            <a:r>
              <a:rPr lang="en-GB" sz="2800" b="1" dirty="0">
                <a:latin typeface="Verdana" panose="020B0604030504040204" pitchFamily="34" charset="0"/>
                <a:ea typeface="Verdana" panose="020B0604030504040204" pitchFamily="34" charset="0"/>
                <a:sym typeface="Verdana"/>
              </a:rPr>
              <a:t>@ University of Ljubljana</a:t>
            </a:r>
            <a:endParaRPr lang="en-GB" sz="2800" b="1" dirty="0">
              <a:latin typeface="Verdana" panose="020B0604030504040204" pitchFamily="34" charset="0"/>
              <a:ea typeface="Verdana" panose="020B0604030504040204" pitchFamily="34" charset="0"/>
              <a:sym typeface="Calibri"/>
            </a:endParaRPr>
          </a:p>
        </p:txBody>
      </p:sp>
      <p:pic>
        <p:nvPicPr>
          <p:cNvPr id="6" name="Google Shape;103;g30095643530_0_15">
            <a:extLst>
              <a:ext uri="{FF2B5EF4-FFF2-40B4-BE49-F238E27FC236}">
                <a16:creationId xmlns:a16="http://schemas.microsoft.com/office/drawing/2014/main" id="{2B47A089-A7A6-4AD9-82F3-4A4A480F8DC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55" y="6327231"/>
            <a:ext cx="3020518" cy="459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4;g30095643530_0_15">
            <a:extLst>
              <a:ext uri="{FF2B5EF4-FFF2-40B4-BE49-F238E27FC236}">
                <a16:creationId xmlns:a16="http://schemas.microsoft.com/office/drawing/2014/main" id="{7FB49208-725D-468F-ADC2-AE651BB6CBD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11336" y="6337725"/>
            <a:ext cx="2013209" cy="44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095643530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 sz="3400" b="1" dirty="0">
                <a:solidFill>
                  <a:srgbClr val="CC0000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lang="es-ES" sz="3400" b="1" dirty="0" err="1">
                <a:solidFill>
                  <a:srgbClr val="CC0000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Instructions</a:t>
            </a:r>
            <a:r>
              <a:rPr lang="es-ES" sz="3400" b="1" dirty="0">
                <a:solidFill>
                  <a:srgbClr val="CC0000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]</a:t>
            </a:r>
            <a:endParaRPr sz="3400" b="1" dirty="0">
              <a:solidFill>
                <a:srgbClr val="CC0000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g30095643530_0_1"/>
          <p:cNvSpPr txBox="1">
            <a:spLocks noGrp="1"/>
          </p:cNvSpPr>
          <p:nvPr>
            <p:ph type="body" idx="1"/>
          </p:nvPr>
        </p:nvSpPr>
        <p:spPr>
          <a:xfrm>
            <a:off x="838199" y="1611443"/>
            <a:ext cx="11138942" cy="505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en-US" sz="1800" dirty="0">
                <a:highlight>
                  <a:srgbClr val="FFFF00"/>
                </a:highlight>
                <a:latin typeface="Verdana" panose="020B0604030504040204" pitchFamily="34" charset="0"/>
                <a:ea typeface="ヒラギノ角ゴ Pro W3" pitchFamily="123" charset="-128"/>
              </a:rPr>
              <a:t>This slide contains only instructions for using this template. Delete it in your final presentation.</a:t>
            </a:r>
            <a:endParaRPr lang="en-US" altLang="en-US" sz="1800" dirty="0">
              <a:latin typeface="Verdana" panose="020B0604030504040204" pitchFamily="34" charset="0"/>
              <a:ea typeface="ヒラギノ角ゴ Pro W3" pitchFamily="123" charset="-128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Your goal is to present your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thesis topic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, the work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carried out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so far and the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time plan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until thesis submission. The presentation contains 1 title + 3 content slides as a template. Do not add additional slides, 3 is maximum.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The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font type/size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and other formatting parameters must remain as they are (font: Verdana 18pt).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Aim at finding the correct balance between presenting too many and too few technological details. Make your presentation </a:t>
            </a:r>
            <a:r>
              <a:rPr lang="en-US" altLang="en-US" sz="1800" dirty="0">
                <a:solidFill>
                  <a:srgbClr val="00B0F0"/>
                </a:solidFill>
                <a:latin typeface="Verdana" panose="020B0604030504040204" pitchFamily="34" charset="0"/>
                <a:ea typeface="ヒラギノ角ゴ Pro W3" pitchFamily="123" charset="-128"/>
              </a:rPr>
              <a:t>interesting and appealing instead of perfect and overloaded with too many technical details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You will have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exactly 5 minutes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for your presentation +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2 minutes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for questions. Make sure to rehearse your timing, as too long presentations will be interrupted and too short frowned upon.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  <a:sym typeface="Wingdings" panose="05000000000000000000" pitchFamily="2" charset="2"/>
              </a:rPr>
              <a:t>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  <a:sym typeface="Wingdings" panose="05000000000000000000" pitchFamily="2" charset="2"/>
              </a:rPr>
              <a:t>The best presentation in terms of content, work, timeliness, quality of slides and presentation style,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  <a:sym typeface="Wingdings" panose="05000000000000000000" pitchFamily="2" charset="2"/>
              </a:rPr>
              <a:t>will be awarded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92" name="Google Shape;92;g30095643530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7150" y="122625"/>
            <a:ext cx="2037676" cy="3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095643530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Problem</a:t>
            </a:r>
            <a:r>
              <a:rPr lang="es-ES" sz="3400" b="1" dirty="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endParaRPr sz="3400" b="1" dirty="0">
              <a:solidFill>
                <a:srgbClr val="CC0000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g30095643530_0_1"/>
          <p:cNvSpPr txBox="1">
            <a:spLocks noGrp="1"/>
          </p:cNvSpPr>
          <p:nvPr>
            <p:ph type="body" idx="1"/>
          </p:nvPr>
        </p:nvSpPr>
        <p:spPr>
          <a:xfrm>
            <a:off x="838199" y="1690825"/>
            <a:ext cx="10876613" cy="49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Describe your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thesis topic and motivation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here.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Use exactly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1 slide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Use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text/images/tables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, as needed.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Organize the text to clearly reflect: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problem area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(background)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goal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 of your thesis (“plan of attack”)</a:t>
            </a:r>
          </a:p>
          <a:p>
            <a:pPr marL="457200" lvl="1" indent="0">
              <a:lnSpc>
                <a:spcPct val="100000"/>
              </a:lnSpc>
              <a:spcBef>
                <a:spcPts val="300"/>
              </a:spcBef>
              <a:buNone/>
            </a:pPr>
            <a:endParaRPr lang="en-US" altLang="en-US" sz="1800" dirty="0">
              <a:latin typeface="Verdana" panose="020B0604030504040204" pitchFamily="34" charset="0"/>
              <a:ea typeface="ヒラギノ角ゴ Pro W3" pitchFamily="123" charset="-128"/>
            </a:endParaRPr>
          </a:p>
        </p:txBody>
      </p:sp>
      <p:pic>
        <p:nvPicPr>
          <p:cNvPr id="92" name="Google Shape;92;g30095643530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7150" y="122625"/>
            <a:ext cx="2037676" cy="310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069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095643530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s-ES" sz="3400" b="1" dirty="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proposed</a:t>
            </a:r>
            <a:r>
              <a:rPr lang="es-ES" sz="3400" b="1" dirty="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 idea and </a:t>
            </a:r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methods</a:t>
            </a:r>
            <a:endParaRPr sz="3400" b="1" dirty="0">
              <a:solidFill>
                <a:srgbClr val="CC0000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g30095643530_0_1"/>
          <p:cNvSpPr txBox="1">
            <a:spLocks noGrp="1"/>
          </p:cNvSpPr>
          <p:nvPr>
            <p:ph type="body" idx="1"/>
          </p:nvPr>
        </p:nvSpPr>
        <p:spPr>
          <a:xfrm>
            <a:off x="838199" y="1690825"/>
            <a:ext cx="10876613" cy="49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Use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1 slide 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to describe your </a:t>
            </a: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progress on the topic so far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. You may also include your preliminary results.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altLang="en-US" sz="1800" dirty="0">
              <a:latin typeface="Verdana" panose="020B0604030504040204" pitchFamily="34" charset="0"/>
              <a:ea typeface="ヒラギノ角ゴ Pro W3" pitchFamily="123" charset="-128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altLang="en-US" sz="1800" b="1" dirty="0">
                <a:latin typeface="Verdana" panose="020B0604030504040204" pitchFamily="34" charset="0"/>
                <a:ea typeface="ヒラギノ角ゴ Pro W3" pitchFamily="123" charset="-128"/>
              </a:rPr>
              <a:t>Focus on</a:t>
            </a: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explaining your methodology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describing your evaluation protocol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displaying preliminary results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1800" dirty="0">
                <a:latin typeface="Verdana" panose="020B0604030504040204" pitchFamily="34" charset="0"/>
                <a:ea typeface="ヒラギノ角ゴ Pro W3" pitchFamily="123" charset="-128"/>
              </a:rPr>
              <a:t>providing your early discussion and conclusions</a:t>
            </a:r>
          </a:p>
        </p:txBody>
      </p:sp>
      <p:pic>
        <p:nvPicPr>
          <p:cNvPr id="92" name="Google Shape;92;g30095643530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7150" y="122625"/>
            <a:ext cx="2037676" cy="310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783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095643530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Further</a:t>
            </a:r>
            <a:r>
              <a:rPr lang="es-ES" sz="3400" b="1" dirty="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sz="3400" b="1" dirty="0" err="1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work</a:t>
            </a:r>
            <a:endParaRPr sz="3400" b="1" dirty="0">
              <a:solidFill>
                <a:srgbClr val="CC0000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g30095643530_0_1"/>
          <p:cNvSpPr txBox="1">
            <a:spLocks noGrp="1"/>
          </p:cNvSpPr>
          <p:nvPr>
            <p:ph type="body" idx="1"/>
          </p:nvPr>
        </p:nvSpPr>
        <p:spPr>
          <a:xfrm>
            <a:off x="838199" y="1690825"/>
            <a:ext cx="10876613" cy="4979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Use 1 slide to prepare two itemized lists of: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identified challenges and your further work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dated activities until the finish of the thesis (see example).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GB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The last item on the list should be your planned thesis submission date.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GB" alt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Examples</a:t>
            </a: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(1. 5. 2026) Finalized experiments with the recurrent deep neural network.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(10. 5. 2026) Finalized validation with meteorological experts.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GB" alt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…</a:t>
            </a:r>
          </a:p>
        </p:txBody>
      </p:sp>
      <p:pic>
        <p:nvPicPr>
          <p:cNvPr id="92" name="Google Shape;92;g30095643530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7150" y="122625"/>
            <a:ext cx="2037676" cy="310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56676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375</Words>
  <Application>Microsoft Office PowerPoint</Application>
  <PresentationFormat>Widescreen</PresentationFormat>
  <Paragraphs>42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Tema de Office</vt:lpstr>
      <vt:lpstr>PowerPoint Presentation</vt:lpstr>
      <vt:lpstr>[Instructions]</vt:lpstr>
      <vt:lpstr>Problem description</vt:lpstr>
      <vt:lpstr>The proposed idea and methods</vt:lpstr>
      <vt:lpstr>Further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u225955</dc:creator>
  <cp:lastModifiedBy>zoran</cp:lastModifiedBy>
  <cp:revision>2</cp:revision>
  <dcterms:created xsi:type="dcterms:W3CDTF">2024-09-16T09:57:12Z</dcterms:created>
  <dcterms:modified xsi:type="dcterms:W3CDTF">2026-04-12T18:57:48Z</dcterms:modified>
</cp:coreProperties>
</file>