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3"/>
  </p:normalViewPr>
  <p:slideViewPr>
    <p:cSldViewPr>
      <p:cViewPr varScale="1">
        <p:scale>
          <a:sx n="116" d="100"/>
          <a:sy n="116" d="100"/>
        </p:scale>
        <p:origin x="17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42628" y="332656"/>
            <a:ext cx="6658744" cy="792088"/>
          </a:xfrm>
        </p:spPr>
        <p:txBody>
          <a:bodyPr anchor="b"/>
          <a:lstStyle>
            <a:lvl1pPr>
              <a:defRPr sz="2800" baseline="0">
                <a:solidFill>
                  <a:srgbClr val="C00000"/>
                </a:solidFill>
                <a:latin typeface="Verdan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s-E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1916832"/>
            <a:ext cx="7340600" cy="27432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Pct val="100000"/>
              <a:defRPr sz="2400"/>
            </a:lvl1pPr>
          </a:lstStyle>
          <a:p>
            <a:r>
              <a:rPr lang="en-GB"/>
              <a:t>Click to edit Master subtitle style</a:t>
            </a:r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332656"/>
            <a:ext cx="7124700" cy="1143000"/>
          </a:xfrm>
        </p:spPr>
        <p:txBody>
          <a:bodyPr/>
          <a:lstStyle>
            <a:lvl1pPr>
              <a:defRPr sz="2800" baseline="0">
                <a:latin typeface="Verdan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57300" y="2362200"/>
            <a:ext cx="720090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baseline="0">
                <a:latin typeface="Georgia" pitchFamily="18" charset="0"/>
              </a:defRPr>
            </a:lvl1pPr>
            <a:lvl2pPr>
              <a:buSzPct val="100000"/>
              <a:defRPr baseline="0">
                <a:latin typeface="Georgia" pitchFamily="18" charset="0"/>
              </a:defRPr>
            </a:lvl2pPr>
            <a:lvl3pPr>
              <a:buSzPct val="100000"/>
              <a:defRPr baseline="0">
                <a:latin typeface="Georgia" pitchFamily="18" charset="0"/>
              </a:defRPr>
            </a:lvl3pPr>
            <a:lvl4pPr>
              <a:buSzPct val="100000"/>
              <a:defRPr baseline="0">
                <a:latin typeface="Georgia" pitchFamily="18" charset="0"/>
              </a:defRPr>
            </a:lvl4pPr>
            <a:lvl5pPr>
              <a:buSzPct val="100000"/>
              <a:defRPr baseline="0">
                <a:latin typeface="Georgia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latin typeface="Verdan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Verdan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57300" y="2362200"/>
            <a:ext cx="352425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800" baseline="0">
                <a:latin typeface="Georgia" pitchFamily="18" charset="0"/>
              </a:defRPr>
            </a:lvl1pPr>
            <a:lvl2pPr>
              <a:buSzPct val="100000"/>
              <a:defRPr sz="2400" baseline="0">
                <a:latin typeface="Georgia" pitchFamily="18" charset="0"/>
              </a:defRPr>
            </a:lvl2pPr>
            <a:lvl3pPr>
              <a:buSzPct val="100000"/>
              <a:defRPr sz="2000" baseline="0">
                <a:latin typeface="Georgia" pitchFamily="18" charset="0"/>
              </a:defRPr>
            </a:lvl3pPr>
            <a:lvl4pPr>
              <a:buSzPct val="100000"/>
              <a:defRPr sz="1800" baseline="0">
                <a:latin typeface="Georgia" pitchFamily="18" charset="0"/>
              </a:defRPr>
            </a:lvl4pPr>
            <a:lvl5pPr>
              <a:buSzPct val="100000"/>
              <a:defRPr sz="1800" baseline="0">
                <a:latin typeface="Georgia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33950" y="2362200"/>
            <a:ext cx="352425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800" baseline="0">
                <a:latin typeface="Georgia" pitchFamily="18" charset="0"/>
              </a:defRPr>
            </a:lvl1pPr>
            <a:lvl2pPr>
              <a:buSzPct val="100000"/>
              <a:defRPr sz="2400" baseline="0">
                <a:latin typeface="Georgia" pitchFamily="18" charset="0"/>
              </a:defRPr>
            </a:lvl2pPr>
            <a:lvl3pPr>
              <a:buSzPct val="100000"/>
              <a:defRPr sz="2000" baseline="0">
                <a:latin typeface="Georgia" pitchFamily="18" charset="0"/>
              </a:defRPr>
            </a:lvl3pPr>
            <a:lvl4pPr>
              <a:buSzPct val="100000"/>
              <a:defRPr sz="1800" baseline="0">
                <a:latin typeface="Georgia" pitchFamily="18" charset="0"/>
              </a:defRPr>
            </a:lvl4pPr>
            <a:lvl5pPr>
              <a:buSzPct val="100000"/>
              <a:defRPr sz="1800" baseline="0">
                <a:latin typeface="Georgia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274638"/>
            <a:ext cx="7499176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4175" y="1853134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84175" y="2492896"/>
            <a:ext cx="4040188" cy="3951288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572000" y="1853134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572000" y="2492896"/>
            <a:ext cx="4041775" cy="3951288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124700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ca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8046" y="692696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635896" y="692696"/>
            <a:ext cx="5111750" cy="5853113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3200"/>
            </a:lvl1pPr>
            <a:lvl2pPr>
              <a:buSzPct val="100000"/>
              <a:defRPr sz="2800"/>
            </a:lvl2pPr>
            <a:lvl3pPr>
              <a:buSzPct val="100000"/>
              <a:defRPr sz="2400"/>
            </a:lvl3pPr>
            <a:lvl4pPr>
              <a:buSzPct val="100000"/>
              <a:defRPr sz="2000"/>
            </a:lvl4pPr>
            <a:lvl5pPr>
              <a:buSzPct val="100000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18046" y="1854746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ca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ca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124700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ca-ES" dirty="0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57300" y="2362200"/>
            <a:ext cx="7200900" cy="3733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57975" y="609600"/>
            <a:ext cx="1800225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ca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57300" y="609600"/>
            <a:ext cx="5248275" cy="5486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42628" y="332656"/>
            <a:ext cx="6658744" cy="792088"/>
          </a:xfrm>
        </p:spPr>
        <p:txBody>
          <a:bodyPr anchor="b"/>
          <a:lstStyle>
            <a:lvl1pPr>
              <a:defRPr sz="2800" baseline="0">
                <a:solidFill>
                  <a:srgbClr val="C00000"/>
                </a:solidFill>
                <a:latin typeface="Verdana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1916832"/>
            <a:ext cx="7340600" cy="27432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Pct val="100000"/>
              <a:defRPr sz="2400"/>
            </a:lvl1pPr>
          </a:lstStyle>
          <a:p>
            <a:r>
              <a:rPr lang="es-ES" dirty="0"/>
              <a:t>Haga clic para modificar el estilo de subtítulo del patrón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332656"/>
            <a:ext cx="7124700" cy="1143000"/>
          </a:xfrm>
        </p:spPr>
        <p:txBody>
          <a:bodyPr/>
          <a:lstStyle>
            <a:lvl1pPr>
              <a:defRPr sz="2800" baseline="0">
                <a:latin typeface="Verdana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57300" y="2362200"/>
            <a:ext cx="720090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baseline="0">
                <a:latin typeface="Georgia" pitchFamily="18" charset="0"/>
              </a:defRPr>
            </a:lvl1pPr>
            <a:lvl2pPr>
              <a:buSzPct val="100000"/>
              <a:defRPr baseline="0">
                <a:latin typeface="Georgia" pitchFamily="18" charset="0"/>
              </a:defRPr>
            </a:lvl2pPr>
            <a:lvl3pPr>
              <a:buSzPct val="100000"/>
              <a:defRPr baseline="0">
                <a:latin typeface="Georgia" pitchFamily="18" charset="0"/>
              </a:defRPr>
            </a:lvl3pPr>
            <a:lvl4pPr>
              <a:buSzPct val="100000"/>
              <a:defRPr baseline="0">
                <a:latin typeface="Georgia" pitchFamily="18" charset="0"/>
              </a:defRPr>
            </a:lvl4pPr>
            <a:lvl5pPr>
              <a:buSzPct val="100000"/>
              <a:defRPr baseline="0">
                <a:latin typeface="Georgia" pitchFamily="18" charset="0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latin typeface="Verdana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Verdana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57300" y="2362200"/>
            <a:ext cx="352425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800" baseline="0">
                <a:latin typeface="Georgia" pitchFamily="18" charset="0"/>
              </a:defRPr>
            </a:lvl1pPr>
            <a:lvl2pPr>
              <a:buSzPct val="100000"/>
              <a:defRPr sz="2400" baseline="0">
                <a:latin typeface="Georgia" pitchFamily="18" charset="0"/>
              </a:defRPr>
            </a:lvl2pPr>
            <a:lvl3pPr>
              <a:buSzPct val="100000"/>
              <a:defRPr sz="2000" baseline="0">
                <a:latin typeface="Georgia" pitchFamily="18" charset="0"/>
              </a:defRPr>
            </a:lvl3pPr>
            <a:lvl4pPr>
              <a:buSzPct val="100000"/>
              <a:defRPr sz="1800" baseline="0">
                <a:latin typeface="Georgia" pitchFamily="18" charset="0"/>
              </a:defRPr>
            </a:lvl4pPr>
            <a:lvl5pPr>
              <a:buSzPct val="100000"/>
              <a:defRPr sz="1800" baseline="0">
                <a:latin typeface="Georgia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ca-ES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33950" y="2362200"/>
            <a:ext cx="352425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800" baseline="0">
                <a:latin typeface="Georgia" pitchFamily="18" charset="0"/>
              </a:defRPr>
            </a:lvl1pPr>
            <a:lvl2pPr>
              <a:buSzPct val="100000"/>
              <a:defRPr sz="2400" baseline="0">
                <a:latin typeface="Georgia" pitchFamily="18" charset="0"/>
              </a:defRPr>
            </a:lvl2pPr>
            <a:lvl3pPr>
              <a:buSzPct val="100000"/>
              <a:defRPr sz="2000" baseline="0">
                <a:latin typeface="Georgia" pitchFamily="18" charset="0"/>
              </a:defRPr>
            </a:lvl3pPr>
            <a:lvl4pPr>
              <a:buSzPct val="100000"/>
              <a:defRPr sz="1800" baseline="0">
                <a:latin typeface="Georgia" pitchFamily="18" charset="0"/>
              </a:defRPr>
            </a:lvl4pPr>
            <a:lvl5pPr>
              <a:buSzPct val="100000"/>
              <a:defRPr sz="1800" baseline="0">
                <a:latin typeface="Georgia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274638"/>
            <a:ext cx="7499176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4175" y="1853134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84175" y="2492896"/>
            <a:ext cx="4040188" cy="3951288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ca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572000" y="1853134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572000" y="2492896"/>
            <a:ext cx="4041775" cy="3951288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124700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ca-E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8046" y="692696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dirty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635896" y="692696"/>
            <a:ext cx="5111750" cy="5853113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3200"/>
            </a:lvl1pPr>
            <a:lvl2pPr>
              <a:buSzPct val="100000"/>
              <a:defRPr sz="2800"/>
            </a:lvl2pPr>
            <a:lvl3pPr>
              <a:buSzPct val="100000"/>
              <a:defRPr sz="2400"/>
            </a:lvl3pPr>
            <a:lvl4pPr>
              <a:buSzPct val="100000"/>
              <a:defRPr sz="2000"/>
            </a:lvl4pPr>
            <a:lvl5pPr>
              <a:buSzPct val="100000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ca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18046" y="1854746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ca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124700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57300" y="2362200"/>
            <a:ext cx="7200900" cy="3733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57975" y="609600"/>
            <a:ext cx="1800225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57300" y="609600"/>
            <a:ext cx="5248275" cy="5486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009650" y="1052736"/>
            <a:ext cx="71247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 err="1"/>
              <a:t>Fer</a:t>
            </a:r>
            <a:r>
              <a:rPr lang="es-ES" dirty="0"/>
              <a:t> clic per </a:t>
            </a:r>
            <a:r>
              <a:rPr lang="es-ES" dirty="0" err="1"/>
              <a:t>escriure</a:t>
            </a:r>
            <a:r>
              <a:rPr lang="es-ES" dirty="0"/>
              <a:t> el </a:t>
            </a:r>
            <a:r>
              <a:rPr lang="es-ES" dirty="0" err="1"/>
              <a:t>títol</a:t>
            </a: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50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Verdana" pitchFamily="34" charset="0"/>
        <a:buChar char="–"/>
        <a:defRPr sz="26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30000"/>
        <a:buChar char="•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009650" y="1052736"/>
            <a:ext cx="71247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 err="1"/>
              <a:t>Fer</a:t>
            </a:r>
            <a:r>
              <a:rPr lang="es-ES" dirty="0"/>
              <a:t> clic per </a:t>
            </a:r>
            <a:r>
              <a:rPr lang="es-ES" dirty="0" err="1"/>
              <a:t>escriure</a:t>
            </a:r>
            <a:r>
              <a:rPr lang="es-ES" dirty="0"/>
              <a:t> el </a:t>
            </a:r>
            <a:r>
              <a:rPr lang="es-ES" dirty="0" err="1"/>
              <a:t>títol</a:t>
            </a: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50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Verdana" pitchFamily="34" charset="0"/>
        <a:buChar char="–"/>
        <a:defRPr sz="26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30000"/>
        <a:buChar char="•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755576" y="764704"/>
            <a:ext cx="7632848" cy="255454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4000" dirty="0" err="1">
                <a:solidFill>
                  <a:srgbClr val="C00000"/>
                </a:solidFill>
                <a:latin typeface="Georgia" pitchFamily="18" charset="0"/>
              </a:rPr>
              <a:t>Indicacions</a:t>
            </a:r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 a seguir:</a:t>
            </a:r>
          </a:p>
          <a:p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-</a:t>
            </a:r>
            <a:r>
              <a:rPr lang="es-ES" sz="4000" dirty="0" err="1">
                <a:solidFill>
                  <a:srgbClr val="C00000"/>
                </a:solidFill>
                <a:latin typeface="Georgia" pitchFamily="18" charset="0"/>
              </a:rPr>
              <a:t>tipografia</a:t>
            </a:r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 Georgia</a:t>
            </a:r>
          </a:p>
          <a:p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-</a:t>
            </a:r>
            <a:r>
              <a:rPr lang="es-ES" sz="4000" dirty="0" err="1">
                <a:solidFill>
                  <a:srgbClr val="C00000"/>
                </a:solidFill>
                <a:latin typeface="Georgia" pitchFamily="18" charset="0"/>
              </a:rPr>
              <a:t>text</a:t>
            </a:r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 del t</a:t>
            </a:r>
            <a:r>
              <a:rPr lang="es-ES_tradnl" sz="4000" dirty="0" err="1">
                <a:solidFill>
                  <a:srgbClr val="C00000"/>
                </a:solidFill>
                <a:latin typeface="Georgia" pitchFamily="18" charset="0"/>
              </a:rPr>
              <a:t>ítol</a:t>
            </a:r>
            <a:r>
              <a:rPr lang="es-ES_tradnl" sz="4000" dirty="0">
                <a:solidFill>
                  <a:srgbClr val="C00000"/>
                </a:solidFill>
                <a:latin typeface="Georgia" pitchFamily="18" charset="0"/>
              </a:rPr>
              <a:t> </a:t>
            </a:r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40 </a:t>
            </a:r>
            <a:r>
              <a:rPr lang="es-ES" sz="4000" dirty="0" err="1">
                <a:solidFill>
                  <a:srgbClr val="C00000"/>
                </a:solidFill>
                <a:latin typeface="Georgia" pitchFamily="18" charset="0"/>
              </a:rPr>
              <a:t>punts</a:t>
            </a:r>
            <a:endParaRPr lang="es-ES" sz="4000" dirty="0">
              <a:solidFill>
                <a:srgbClr val="C00000"/>
              </a:solidFill>
              <a:latin typeface="Georgia" pitchFamily="18" charset="0"/>
            </a:endParaRPr>
          </a:p>
          <a:p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-color </a:t>
            </a:r>
            <a:r>
              <a:rPr lang="es-ES" sz="4000" dirty="0" err="1">
                <a:solidFill>
                  <a:srgbClr val="C00000"/>
                </a:solidFill>
                <a:latin typeface="Georgia" pitchFamily="18" charset="0"/>
              </a:rPr>
              <a:t>estàndar</a:t>
            </a:r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 </a:t>
            </a:r>
            <a:r>
              <a:rPr lang="es-ES" sz="4000" dirty="0" err="1">
                <a:solidFill>
                  <a:srgbClr val="C00000"/>
                </a:solidFill>
                <a:latin typeface="Georgia" pitchFamily="18" charset="0"/>
              </a:rPr>
              <a:t>vermell</a:t>
            </a:r>
            <a:r>
              <a:rPr lang="es-ES" sz="4000" dirty="0">
                <a:solidFill>
                  <a:srgbClr val="C00000"/>
                </a:solidFill>
                <a:latin typeface="Georgia" pitchFamily="18" charset="0"/>
              </a:rPr>
              <a:t> </a:t>
            </a:r>
            <a:r>
              <a:rPr lang="es-ES" sz="4000" dirty="0" err="1">
                <a:solidFill>
                  <a:srgbClr val="C00000"/>
                </a:solidFill>
                <a:latin typeface="Georgia" pitchFamily="18" charset="0"/>
              </a:rPr>
              <a:t>fo</a:t>
            </a:r>
            <a:endParaRPr lang="es-E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187624" y="1556792"/>
            <a:ext cx="7632848" cy="213904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600" dirty="0" err="1">
                <a:latin typeface="Verdana" pitchFamily="34" charset="0"/>
              </a:rPr>
              <a:t>Indicacions</a:t>
            </a:r>
            <a:r>
              <a:rPr lang="es-ES" sz="2600" dirty="0">
                <a:latin typeface="Verdana" pitchFamily="34" charset="0"/>
              </a:rPr>
              <a:t> a seguir </a:t>
            </a:r>
            <a:r>
              <a:rPr lang="es-ES" sz="2600" dirty="0" err="1">
                <a:latin typeface="Verdana" pitchFamily="34" charset="0"/>
              </a:rPr>
              <a:t>pàgina</a:t>
            </a:r>
            <a:r>
              <a:rPr lang="es-ES" sz="2600" dirty="0">
                <a:latin typeface="Verdana" pitchFamily="34" charset="0"/>
              </a:rPr>
              <a:t> interior: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s-ES" sz="2400" dirty="0">
                <a:latin typeface="Georgia" pitchFamily="18" charset="0"/>
              </a:rPr>
              <a:t>-</a:t>
            </a:r>
            <a:r>
              <a:rPr lang="es-ES" sz="2400" dirty="0" err="1">
                <a:latin typeface="Georgia" pitchFamily="18" charset="0"/>
              </a:rPr>
              <a:t>títols</a:t>
            </a:r>
            <a:r>
              <a:rPr lang="es-ES" sz="2400" dirty="0">
                <a:latin typeface="Georgia" pitchFamily="18" charset="0"/>
              </a:rPr>
              <a:t> en </a:t>
            </a:r>
            <a:r>
              <a:rPr lang="es-ES" sz="2400" dirty="0" err="1">
                <a:latin typeface="Georgia" pitchFamily="18" charset="0"/>
              </a:rPr>
              <a:t>tipografia</a:t>
            </a:r>
            <a:r>
              <a:rPr lang="es-ES" sz="2400" dirty="0">
                <a:latin typeface="Georgia" pitchFamily="18" charset="0"/>
              </a:rPr>
              <a:t> </a:t>
            </a:r>
            <a:r>
              <a:rPr lang="es-ES" sz="2400" b="1" dirty="0" err="1">
                <a:latin typeface="Georgia" pitchFamily="18" charset="0"/>
              </a:rPr>
              <a:t>Verdana</a:t>
            </a:r>
            <a:endParaRPr lang="es-ES" sz="2400" b="1" dirty="0">
              <a:latin typeface="Georgia" pitchFamily="18" charset="0"/>
            </a:endParaRPr>
          </a:p>
          <a:p>
            <a:pPr>
              <a:spcAft>
                <a:spcPts val="1200"/>
              </a:spcAft>
            </a:pPr>
            <a:r>
              <a:rPr lang="es-ES" sz="2400" dirty="0">
                <a:latin typeface="Georgia" pitchFamily="18" charset="0"/>
              </a:rPr>
              <a:t>-</a:t>
            </a:r>
            <a:r>
              <a:rPr lang="es-ES" sz="2400" dirty="0" err="1">
                <a:latin typeface="Georgia" pitchFamily="18" charset="0"/>
              </a:rPr>
              <a:t>text</a:t>
            </a:r>
            <a:r>
              <a:rPr lang="es-ES" sz="2400" dirty="0">
                <a:latin typeface="Georgia" pitchFamily="18" charset="0"/>
              </a:rPr>
              <a:t> </a:t>
            </a:r>
            <a:r>
              <a:rPr lang="es-ES" sz="2400" dirty="0" err="1">
                <a:latin typeface="Georgia" pitchFamily="18" charset="0"/>
              </a:rPr>
              <a:t>comú</a:t>
            </a:r>
            <a:r>
              <a:rPr lang="es-ES" sz="2400" dirty="0">
                <a:latin typeface="Georgia" pitchFamily="18" charset="0"/>
              </a:rPr>
              <a:t> en </a:t>
            </a:r>
            <a:r>
              <a:rPr lang="es-ES" sz="2400" dirty="0" err="1">
                <a:latin typeface="Georgia" pitchFamily="18" charset="0"/>
              </a:rPr>
              <a:t>tipografia</a:t>
            </a:r>
            <a:r>
              <a:rPr lang="es-ES" sz="2400" dirty="0">
                <a:latin typeface="Georgia" pitchFamily="18" charset="0"/>
              </a:rPr>
              <a:t> </a:t>
            </a:r>
            <a:r>
              <a:rPr lang="es-ES" sz="2400" b="1" dirty="0">
                <a:latin typeface="Georgia" pitchFamily="18" charset="0"/>
              </a:rPr>
              <a:t>Georgia</a:t>
            </a:r>
          </a:p>
          <a:p>
            <a:pPr>
              <a:spcAft>
                <a:spcPts val="1200"/>
              </a:spcAft>
            </a:pPr>
            <a:r>
              <a:rPr lang="es-ES" sz="2400" dirty="0">
                <a:latin typeface="Georgia" pitchFamily="18" charset="0"/>
              </a:rPr>
              <a:t>-color del tema en </a:t>
            </a:r>
            <a:r>
              <a:rPr lang="es-ES" sz="2400" dirty="0" err="1">
                <a:latin typeface="Georgia" pitchFamily="18" charset="0"/>
              </a:rPr>
              <a:t>negre</a:t>
            </a:r>
            <a:endParaRPr lang="es-ES" sz="2400" dirty="0"/>
          </a:p>
        </p:txBody>
      </p:sp>
      <p:sp>
        <p:nvSpPr>
          <p:cNvPr id="3" name="2 CuadroTexto"/>
          <p:cNvSpPr txBox="1"/>
          <p:nvPr/>
        </p:nvSpPr>
        <p:spPr>
          <a:xfrm>
            <a:off x="1115616" y="283295"/>
            <a:ext cx="7776864" cy="76944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Títols</a:t>
            </a:r>
            <a:r>
              <a:rPr lang="es-ES" sz="2200" dirty="0">
                <a:solidFill>
                  <a:srgbClr val="C00000"/>
                </a:solidFill>
                <a:latin typeface="Verdana" pitchFamily="34" charset="0"/>
              </a:rPr>
              <a:t> en </a:t>
            </a:r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lletra</a:t>
            </a:r>
            <a:r>
              <a:rPr lang="es-ES" sz="2200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verdana</a:t>
            </a:r>
            <a:r>
              <a:rPr lang="es-ES" sz="2200" dirty="0">
                <a:solidFill>
                  <a:srgbClr val="C00000"/>
                </a:solidFill>
                <a:latin typeface="Verdana" pitchFamily="34" charset="0"/>
              </a:rPr>
              <a:t>, color </a:t>
            </a:r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estàndar</a:t>
            </a:r>
            <a:r>
              <a:rPr lang="es-ES" sz="2200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vermell</a:t>
            </a:r>
            <a:r>
              <a:rPr lang="es-ES" sz="2200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fosc</a:t>
            </a:r>
            <a:endParaRPr lang="es-ES" sz="2200" dirty="0">
              <a:solidFill>
                <a:srgbClr val="C00000"/>
              </a:solidFill>
              <a:latin typeface="Verdana" pitchFamily="34" charset="0"/>
            </a:endParaRPr>
          </a:p>
          <a:p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ubicació</a:t>
            </a:r>
            <a:r>
              <a:rPr lang="es-ES" sz="2200" dirty="0">
                <a:solidFill>
                  <a:srgbClr val="C00000"/>
                </a:solidFill>
                <a:latin typeface="Verdana" pitchFamily="34" charset="0"/>
              </a:rPr>
              <a:t> a una </a:t>
            </a:r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línia</a:t>
            </a:r>
            <a:r>
              <a:rPr lang="es-ES" sz="2200" dirty="0">
                <a:solidFill>
                  <a:srgbClr val="C00000"/>
                </a:solidFill>
                <a:latin typeface="Verdana" pitchFamily="34" charset="0"/>
              </a:rPr>
              <a:t> o a dos </a:t>
            </a:r>
            <a:r>
              <a:rPr lang="es-ES" sz="2200" dirty="0" err="1">
                <a:solidFill>
                  <a:srgbClr val="C00000"/>
                </a:solidFill>
                <a:latin typeface="Verdana" pitchFamily="34" charset="0"/>
              </a:rPr>
              <a:t>línies</a:t>
            </a:r>
            <a:endParaRPr lang="es-ES" sz="2200" dirty="0">
              <a:solidFill>
                <a:srgbClr val="C0000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UPF">
  <a:themeElements>
    <a:clrScheme name="Nova marca UP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a de Office 1">
        <a:dk1>
          <a:srgbClr val="333333"/>
        </a:dk1>
        <a:lt1>
          <a:srgbClr val="BAB9A0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9D9CD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333333"/>
        </a:dk1>
        <a:lt1>
          <a:srgbClr val="BDB9BF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BD9DC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3D3D3D"/>
        </a:dk1>
        <a:lt1>
          <a:srgbClr val="EAEAEA"/>
        </a:lt1>
        <a:dk2>
          <a:srgbClr val="000000"/>
        </a:dk2>
        <a:lt2>
          <a:srgbClr val="333333"/>
        </a:lt2>
        <a:accent1>
          <a:srgbClr val="FFFFFF"/>
        </a:accent1>
        <a:accent2>
          <a:srgbClr val="969696"/>
        </a:accent2>
        <a:accent3>
          <a:srgbClr val="F3F3F3"/>
        </a:accent3>
        <a:accent4>
          <a:srgbClr val="333333"/>
        </a:accent4>
        <a:accent5>
          <a:srgbClr val="FFFFFF"/>
        </a:accent5>
        <a:accent6>
          <a:srgbClr val="878787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UPF">
  <a:themeElements>
    <a:clrScheme name="Nova marca UP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a de Office 1">
        <a:dk1>
          <a:srgbClr val="333333"/>
        </a:dk1>
        <a:lt1>
          <a:srgbClr val="BAB9A0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9D9CD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333333"/>
        </a:dk1>
        <a:lt1>
          <a:srgbClr val="BDB9BF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BD9DC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3D3D3D"/>
        </a:dk1>
        <a:lt1>
          <a:srgbClr val="EAEAEA"/>
        </a:lt1>
        <a:dk2>
          <a:srgbClr val="000000"/>
        </a:dk2>
        <a:lt2>
          <a:srgbClr val="333333"/>
        </a:lt2>
        <a:accent1>
          <a:srgbClr val="FFFFFF"/>
        </a:accent1>
        <a:accent2>
          <a:srgbClr val="969696"/>
        </a:accent2>
        <a:accent3>
          <a:srgbClr val="F3F3F3"/>
        </a:accent3>
        <a:accent4>
          <a:srgbClr val="333333"/>
        </a:accent4>
        <a:accent5>
          <a:srgbClr val="FFFFFF"/>
        </a:accent5>
        <a:accent6>
          <a:srgbClr val="878787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UPF</Template>
  <TotalTime>1</TotalTime>
  <Words>59</Words>
  <Application>Microsoft Macintosh PowerPoint</Application>
  <PresentationFormat>On-screen Show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Georgia</vt:lpstr>
      <vt:lpstr>Verdana</vt:lpstr>
      <vt:lpstr>UPF</vt:lpstr>
      <vt:lpstr>1_UPF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Duhnev, Daniel</dc:creator>
  <cp:lastModifiedBy>Duhnev, Daniel</cp:lastModifiedBy>
  <cp:revision>1</cp:revision>
  <dcterms:created xsi:type="dcterms:W3CDTF">2026-04-12T18:47:45Z</dcterms:created>
  <dcterms:modified xsi:type="dcterms:W3CDTF">2026-04-12T18:48:57Z</dcterms:modified>
</cp:coreProperties>
</file>